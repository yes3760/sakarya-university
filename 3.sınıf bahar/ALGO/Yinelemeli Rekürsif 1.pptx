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876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284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92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032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554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81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79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401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402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699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784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4D46F-91D9-4951-9811-50978E2EFF2C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81B61-B367-4E83-9D30-2B6C2A0789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484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emf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Yinelemeli (</a:t>
            </a:r>
            <a:r>
              <a:rPr lang="tr-TR" dirty="0" err="1"/>
              <a:t>Iterative</a:t>
            </a:r>
            <a:r>
              <a:rPr lang="tr-TR" dirty="0"/>
              <a:t>) Algoritmalar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Analiz</a:t>
            </a:r>
          </a:p>
        </p:txBody>
      </p:sp>
    </p:spTree>
    <p:extLst>
      <p:ext uri="{BB962C8B-B14F-4D97-AF65-F5344CB8AC3E}">
        <p14:creationId xmlns:p14="http://schemas.microsoft.com/office/powerpoint/2010/main" val="16887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2" y="542314"/>
            <a:ext cx="4367182" cy="203066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53" y="1139511"/>
            <a:ext cx="2003660" cy="836274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546" y="1139511"/>
            <a:ext cx="1129574" cy="798697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96" y="3939611"/>
            <a:ext cx="4508914" cy="239260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007" y="4517281"/>
            <a:ext cx="3739286" cy="123726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333" y="4747025"/>
            <a:ext cx="1209565" cy="77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3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4" y="2012703"/>
            <a:ext cx="7401030" cy="282218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969" y="4455098"/>
            <a:ext cx="835330" cy="759584"/>
          </a:xfrm>
          <a:prstGeom prst="rect">
            <a:avLst/>
          </a:prstGeom>
          <a:solidFill>
            <a:srgbClr val="92D050"/>
          </a:solidFill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203" y="2952768"/>
            <a:ext cx="1545267" cy="11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6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82" y="202956"/>
            <a:ext cx="4080591" cy="2277354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629" y="885861"/>
            <a:ext cx="1711268" cy="1274409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953" y="785044"/>
            <a:ext cx="3143823" cy="1787609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486" y="680121"/>
            <a:ext cx="2412271" cy="145728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866" y="3611923"/>
            <a:ext cx="3425763" cy="170621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0787" y="3806190"/>
            <a:ext cx="6223483" cy="987426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2428" y="3943541"/>
            <a:ext cx="923664" cy="71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5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526" y="263918"/>
            <a:ext cx="4624663" cy="2582152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57" y="3269932"/>
            <a:ext cx="2068946" cy="1199198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303" y="3349942"/>
            <a:ext cx="2901480" cy="158781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783" y="3349942"/>
            <a:ext cx="1931950" cy="109879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729" y="3349942"/>
            <a:ext cx="2459807" cy="1098797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011" y="5135880"/>
            <a:ext cx="5399722" cy="131264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0729" y="5474017"/>
            <a:ext cx="1287709" cy="81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3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235353"/>
            <a:ext cx="4087531" cy="259301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370" y="655562"/>
            <a:ext cx="1638300" cy="87630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607937"/>
            <a:ext cx="1362075" cy="9239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617" y="588887"/>
            <a:ext cx="2409825" cy="9429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910" y="1923496"/>
            <a:ext cx="3562350" cy="90487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550" y="1838325"/>
            <a:ext cx="3943350" cy="89535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" y="3334702"/>
            <a:ext cx="4610100" cy="866775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875" y="3391374"/>
            <a:ext cx="3248025" cy="753429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4462" y="4378482"/>
            <a:ext cx="3200400" cy="876300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6922" y="5327647"/>
            <a:ext cx="2162175" cy="923925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730" y="4207032"/>
            <a:ext cx="6353175" cy="609600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730" y="4816632"/>
            <a:ext cx="4457700" cy="752475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875" y="5698807"/>
            <a:ext cx="6229350" cy="695325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3190" y="5698807"/>
            <a:ext cx="2276475" cy="647700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5296" y="4258467"/>
            <a:ext cx="1632261" cy="99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71" y="289560"/>
            <a:ext cx="5698734" cy="227076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8402723" y="77688"/>
            <a:ext cx="4046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Verilen Algoritmanın çalışma zamanı büyüme hızı nedir?</a:t>
            </a:r>
          </a:p>
        </p:txBody>
      </p:sp>
      <p:sp>
        <p:nvSpPr>
          <p:cNvPr id="6" name="Dikdörtgen 5"/>
          <p:cNvSpPr/>
          <p:nvPr/>
        </p:nvSpPr>
        <p:spPr>
          <a:xfrm>
            <a:off x="4581293" y="872784"/>
            <a:ext cx="38214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0" i="0" u="none" strike="noStrike" baseline="0" dirty="0">
                <a:latin typeface="CMR10"/>
              </a:rPr>
              <a:t>En dıştaki döngü n-4 defa çalışır.</a:t>
            </a:r>
            <a:endParaRPr lang="tr-TR" dirty="0"/>
          </a:p>
        </p:txBody>
      </p:sp>
      <p:sp>
        <p:nvSpPr>
          <p:cNvPr id="7" name="Sağ Ok 6"/>
          <p:cNvSpPr/>
          <p:nvPr/>
        </p:nvSpPr>
        <p:spPr>
          <a:xfrm rot="9700956">
            <a:off x="4000500" y="731520"/>
            <a:ext cx="1051560" cy="354330"/>
          </a:xfrm>
          <a:prstGeom prst="rightArrow">
            <a:avLst>
              <a:gd name="adj1" fmla="val 0"/>
              <a:gd name="adj2" fmla="val 539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Sağ Ok 7"/>
          <p:cNvSpPr/>
          <p:nvPr/>
        </p:nvSpPr>
        <p:spPr>
          <a:xfrm rot="10800000">
            <a:off x="4400550" y="1390881"/>
            <a:ext cx="1965960" cy="323850"/>
          </a:xfrm>
          <a:prstGeom prst="rightArrow">
            <a:avLst>
              <a:gd name="adj1" fmla="val 588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6604403" y="1424940"/>
            <a:ext cx="3821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0" i="0" u="none" strike="noStrike" baseline="0" dirty="0">
                <a:latin typeface="CMR10"/>
              </a:rPr>
              <a:t>Ortadaki döngü tam olarak 5 defa çalışır.</a:t>
            </a:r>
            <a:endParaRPr lang="tr-TR" dirty="0"/>
          </a:p>
        </p:txBody>
      </p:sp>
      <p:sp>
        <p:nvSpPr>
          <p:cNvPr id="10" name="Sağ Ok 9"/>
          <p:cNvSpPr/>
          <p:nvPr/>
        </p:nvSpPr>
        <p:spPr>
          <a:xfrm rot="20111426">
            <a:off x="319442" y="2337434"/>
            <a:ext cx="2103120" cy="445770"/>
          </a:xfrm>
          <a:prstGeom prst="rightArrow">
            <a:avLst>
              <a:gd name="adj1" fmla="val 3846"/>
              <a:gd name="adj2" fmla="val 42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 10"/>
          <p:cNvSpPr/>
          <p:nvPr/>
        </p:nvSpPr>
        <p:spPr>
          <a:xfrm>
            <a:off x="322968" y="3086505"/>
            <a:ext cx="50834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0" i="0" u="none" strike="noStrike" baseline="0" dirty="0">
                <a:latin typeface="CMR10"/>
              </a:rPr>
              <a:t>En içteki döngü j’nin i, i + 1, i + 2, i + 3 ve i + 4'e eşit değerleri için sırasıyla 1, 2, 3, 4 ve 5 kez ve toplam 15 </a:t>
            </a:r>
            <a:r>
              <a:rPr lang="tr-TR" dirty="0">
                <a:latin typeface="CMR10"/>
              </a:rPr>
              <a:t>kez </a:t>
            </a:r>
            <a:r>
              <a:rPr lang="tr-TR" b="0" i="0" u="none" strike="noStrike" baseline="0" dirty="0">
                <a:latin typeface="CMR10"/>
              </a:rPr>
              <a:t>yürütülür</a:t>
            </a:r>
            <a:endParaRPr lang="tr-TR" dirty="0"/>
          </a:p>
        </p:txBody>
      </p:sp>
      <p:pic>
        <p:nvPicPr>
          <p:cNvPr id="12" name="Resi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47" y="3548170"/>
            <a:ext cx="1155383" cy="90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5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71" y="289560"/>
            <a:ext cx="5698734" cy="227076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84" y="289560"/>
            <a:ext cx="1796891" cy="112014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704" y="354330"/>
            <a:ext cx="3343275" cy="9906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10" y="2965132"/>
            <a:ext cx="3867470" cy="1881188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80" y="3434238"/>
            <a:ext cx="2266950" cy="94297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410" y="4865368"/>
            <a:ext cx="9639300" cy="8858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" y="5973126"/>
            <a:ext cx="41624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1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69</Words>
  <Application>Microsoft Office PowerPoint</Application>
  <PresentationFormat>Geniş ekran</PresentationFormat>
  <Paragraphs>6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CMR10</vt:lpstr>
      <vt:lpstr>Office Teması</vt:lpstr>
      <vt:lpstr>Yinelemeli (Iterative) Algoritmalar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Yinelemeli (Iterative) Algoritmalar</dc:title>
  <dc:creator>Toshiba</dc:creator>
  <cp:lastModifiedBy>Sau</cp:lastModifiedBy>
  <cp:revision>31</cp:revision>
  <dcterms:created xsi:type="dcterms:W3CDTF">2020-07-19T13:52:55Z</dcterms:created>
  <dcterms:modified xsi:type="dcterms:W3CDTF">2026-02-18T09:58:06Z</dcterms:modified>
</cp:coreProperties>
</file>