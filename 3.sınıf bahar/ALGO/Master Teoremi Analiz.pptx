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60" r:id="rId6"/>
    <p:sldId id="259" r:id="rId7"/>
    <p:sldId id="261" r:id="rId8"/>
    <p:sldId id="263" r:id="rId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4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B5A7-47D6-45C1-9984-E7025E6501B8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3B6EF-3179-4867-B95B-95247DB166C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36540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B5A7-47D6-45C1-9984-E7025E6501B8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3B6EF-3179-4867-B95B-95247DB166C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52595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B5A7-47D6-45C1-9984-E7025E6501B8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3B6EF-3179-4867-B95B-95247DB166C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47075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B5A7-47D6-45C1-9984-E7025E6501B8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3B6EF-3179-4867-B95B-95247DB166C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34781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B5A7-47D6-45C1-9984-E7025E6501B8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3B6EF-3179-4867-B95B-95247DB166C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84881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B5A7-47D6-45C1-9984-E7025E6501B8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3B6EF-3179-4867-B95B-95247DB166C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60400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B5A7-47D6-45C1-9984-E7025E6501B8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3B6EF-3179-4867-B95B-95247DB166C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94426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B5A7-47D6-45C1-9984-E7025E6501B8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3B6EF-3179-4867-B95B-95247DB166C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80096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B5A7-47D6-45C1-9984-E7025E6501B8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3B6EF-3179-4867-B95B-95247DB166C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75578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B5A7-47D6-45C1-9984-E7025E6501B8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3B6EF-3179-4867-B95B-95247DB166C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92134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B5A7-47D6-45C1-9984-E7025E6501B8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3B6EF-3179-4867-B95B-95247DB166C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52931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7B5A7-47D6-45C1-9984-E7025E6501B8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3B6EF-3179-4867-B95B-95247DB166C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75076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image" Target="../media/image17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emf"/><Relationship Id="rId4" Type="http://schemas.openxmlformats.org/officeDocument/2006/relationships/image" Target="../media/image5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err="1"/>
              <a:t>MasterTeoremi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Algoritma Analizi-Devam</a:t>
            </a:r>
          </a:p>
        </p:txBody>
      </p:sp>
    </p:spTree>
    <p:extLst>
      <p:ext uri="{BB962C8B-B14F-4D97-AF65-F5344CB8AC3E}">
        <p14:creationId xmlns:p14="http://schemas.microsoft.com/office/powerpoint/2010/main" val="163835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915" y="432920"/>
            <a:ext cx="1231773" cy="807720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1675" y="405774"/>
            <a:ext cx="1351264" cy="862013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99" y="2101213"/>
            <a:ext cx="4235312" cy="927735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929" y="2284092"/>
            <a:ext cx="991722" cy="561976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0279" y="2169561"/>
            <a:ext cx="4822792" cy="791040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017" y="3549967"/>
            <a:ext cx="4764068" cy="705082"/>
          </a:xfrm>
          <a:prstGeom prst="rect">
            <a:avLst/>
          </a:prstGeom>
        </p:spPr>
      </p:pic>
      <p:pic>
        <p:nvPicPr>
          <p:cNvPr id="11" name="Resim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2397" y="3724270"/>
            <a:ext cx="964395" cy="428620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2794" y="3549968"/>
            <a:ext cx="5353158" cy="620656"/>
          </a:xfrm>
          <a:prstGeom prst="rect">
            <a:avLst/>
          </a:prstGeom>
        </p:spPr>
      </p:pic>
      <p:pic>
        <p:nvPicPr>
          <p:cNvPr id="13" name="Resim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8899" y="4978717"/>
            <a:ext cx="3660896" cy="654363"/>
          </a:xfrm>
          <a:prstGeom prst="rect">
            <a:avLst/>
          </a:prstGeom>
        </p:spPr>
      </p:pic>
      <p:pic>
        <p:nvPicPr>
          <p:cNvPr id="14" name="Resim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95801" y="5031092"/>
            <a:ext cx="912567" cy="512318"/>
          </a:xfrm>
          <a:prstGeom prst="rect">
            <a:avLst/>
          </a:prstGeom>
        </p:spPr>
      </p:pic>
      <p:pic>
        <p:nvPicPr>
          <p:cNvPr id="15" name="Resim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32794" y="4759991"/>
            <a:ext cx="3716571" cy="717233"/>
          </a:xfrm>
          <a:prstGeom prst="rect">
            <a:avLst/>
          </a:prstGeom>
        </p:spPr>
      </p:pic>
      <p:pic>
        <p:nvPicPr>
          <p:cNvPr id="16" name="Resim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32794" y="5860485"/>
            <a:ext cx="3307160" cy="548148"/>
          </a:xfrm>
          <a:prstGeom prst="rect">
            <a:avLst/>
          </a:prstGeom>
        </p:spPr>
      </p:pic>
      <p:pic>
        <p:nvPicPr>
          <p:cNvPr id="17" name="Resim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50879" y="5943583"/>
            <a:ext cx="916685" cy="381952"/>
          </a:xfrm>
          <a:prstGeom prst="rect">
            <a:avLst/>
          </a:prstGeom>
        </p:spPr>
      </p:pic>
      <p:pic>
        <p:nvPicPr>
          <p:cNvPr id="18" name="Resim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39271" y="2362431"/>
            <a:ext cx="598170" cy="598170"/>
          </a:xfrm>
          <a:prstGeom prst="rect">
            <a:avLst/>
          </a:prstGeom>
        </p:spPr>
      </p:pic>
      <p:pic>
        <p:nvPicPr>
          <p:cNvPr id="19" name="Resim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233" y="3549967"/>
            <a:ext cx="485567" cy="662137"/>
          </a:xfrm>
          <a:prstGeom prst="rect">
            <a:avLst/>
          </a:prstGeom>
        </p:spPr>
      </p:pic>
      <p:pic>
        <p:nvPicPr>
          <p:cNvPr id="20" name="Resim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233" y="5104678"/>
            <a:ext cx="509589" cy="509589"/>
          </a:xfrm>
          <a:prstGeom prst="rect">
            <a:avLst/>
          </a:prstGeom>
        </p:spPr>
      </p:pic>
      <p:pic>
        <p:nvPicPr>
          <p:cNvPr id="21" name="Resim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948" y="479572"/>
            <a:ext cx="6312703" cy="115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949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608" y="874394"/>
            <a:ext cx="2178579" cy="657225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130" y="707757"/>
            <a:ext cx="2371725" cy="823862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2390" y="1864994"/>
            <a:ext cx="1125203" cy="638175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4745" y="2836544"/>
            <a:ext cx="883158" cy="579120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4149" y="3643312"/>
            <a:ext cx="1303754" cy="620078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2198" y="3461383"/>
            <a:ext cx="1583055" cy="759220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2941" y="4491038"/>
            <a:ext cx="1367960" cy="675322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2198" y="4491038"/>
            <a:ext cx="1465614" cy="642461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4470559"/>
            <a:ext cx="1546860" cy="662940"/>
          </a:xfrm>
          <a:prstGeom prst="rect">
            <a:avLst/>
          </a:prstGeom>
        </p:spPr>
      </p:pic>
      <p:pic>
        <p:nvPicPr>
          <p:cNvPr id="11" name="Resim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10109" y="5166360"/>
            <a:ext cx="1915581" cy="517207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67899" y="3953351"/>
            <a:ext cx="1845288" cy="695326"/>
          </a:xfrm>
          <a:prstGeom prst="rect">
            <a:avLst/>
          </a:prstGeom>
        </p:spPr>
      </p:pic>
      <p:pic>
        <p:nvPicPr>
          <p:cNvPr id="14" name="Resim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2842" y="6074532"/>
            <a:ext cx="3274970" cy="601102"/>
          </a:xfrm>
          <a:prstGeom prst="rect">
            <a:avLst/>
          </a:prstGeom>
        </p:spPr>
      </p:pic>
      <p:pic>
        <p:nvPicPr>
          <p:cNvPr id="15" name="Resim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17812" y="6150367"/>
            <a:ext cx="1292297" cy="44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120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08" y="1008697"/>
            <a:ext cx="4842687" cy="68294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867" y="1128713"/>
            <a:ext cx="2150670" cy="562927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6559" y="218994"/>
            <a:ext cx="3685812" cy="676819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9669" y="1063710"/>
            <a:ext cx="2902769" cy="572915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608" y="2034540"/>
            <a:ext cx="5435518" cy="617220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0707" y="2124551"/>
            <a:ext cx="2250755" cy="437197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7715" y="2016564"/>
            <a:ext cx="3213343" cy="635196"/>
          </a:xfrm>
          <a:prstGeom prst="rect">
            <a:avLst/>
          </a:prstGeom>
        </p:spPr>
      </p:pic>
      <p:pic>
        <p:nvPicPr>
          <p:cNvPr id="11" name="Resim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4932" y="3230880"/>
            <a:ext cx="4853702" cy="712470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5999" y="5806703"/>
            <a:ext cx="2480650" cy="598171"/>
          </a:xfrm>
          <a:prstGeom prst="rect">
            <a:avLst/>
          </a:prstGeom>
        </p:spPr>
      </p:pic>
      <p:pic>
        <p:nvPicPr>
          <p:cNvPr id="14" name="Resim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33430" y="3249930"/>
            <a:ext cx="2419350" cy="533400"/>
          </a:xfrm>
          <a:prstGeom prst="rect">
            <a:avLst/>
          </a:prstGeom>
        </p:spPr>
      </p:pic>
      <p:pic>
        <p:nvPicPr>
          <p:cNvPr id="15" name="Resim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4608" y="4362450"/>
            <a:ext cx="6501815" cy="656749"/>
          </a:xfrm>
          <a:prstGeom prst="rect">
            <a:avLst/>
          </a:prstGeom>
        </p:spPr>
      </p:pic>
      <p:sp>
        <p:nvSpPr>
          <p:cNvPr id="16" name="Metin kutusu 15"/>
          <p:cNvSpPr txBox="1"/>
          <p:nvPr/>
        </p:nvSpPr>
        <p:spPr>
          <a:xfrm>
            <a:off x="7086084" y="4649867"/>
            <a:ext cx="3003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solidFill>
                  <a:srgbClr val="FF0000"/>
                </a:solidFill>
              </a:rPr>
              <a:t>Master teoremi uygulanamaz</a:t>
            </a:r>
          </a:p>
        </p:txBody>
      </p:sp>
      <p:sp>
        <p:nvSpPr>
          <p:cNvPr id="17" name="Metin kutusu 16"/>
          <p:cNvSpPr txBox="1"/>
          <p:nvPr/>
        </p:nvSpPr>
        <p:spPr>
          <a:xfrm>
            <a:off x="10546430" y="4649867"/>
            <a:ext cx="1534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r-TR"/>
            </a:defPPr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tr-TR" dirty="0"/>
              <a:t>(f(n) negatif</a:t>
            </a:r>
          </a:p>
        </p:txBody>
      </p:sp>
      <p:pic>
        <p:nvPicPr>
          <p:cNvPr id="18" name="Resim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4609" y="5789767"/>
            <a:ext cx="5861862" cy="621399"/>
          </a:xfrm>
          <a:prstGeom prst="rect">
            <a:avLst/>
          </a:prstGeom>
        </p:spPr>
      </p:pic>
      <p:pic>
        <p:nvPicPr>
          <p:cNvPr id="19" name="Resim 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01832" y="5885735"/>
            <a:ext cx="3114834" cy="519139"/>
          </a:xfrm>
          <a:prstGeom prst="rect">
            <a:avLst/>
          </a:prstGeom>
        </p:spPr>
      </p:pic>
      <p:pic>
        <p:nvPicPr>
          <p:cNvPr id="20" name="Resim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89465" y="3432559"/>
            <a:ext cx="2650808" cy="53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793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289" y="53340"/>
            <a:ext cx="4789646" cy="678180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7312" y="172403"/>
            <a:ext cx="3113167" cy="639127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1198" y="201930"/>
            <a:ext cx="2609850" cy="609600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179" y="1340167"/>
            <a:ext cx="5629019" cy="797243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069" y="1494948"/>
            <a:ext cx="3587931" cy="487680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6516" y="1494948"/>
            <a:ext cx="2427079" cy="642462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179" y="2951797"/>
            <a:ext cx="6209460" cy="767715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39496" y="3128009"/>
            <a:ext cx="2650983" cy="557213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9397" y="3152774"/>
            <a:ext cx="2084154" cy="532448"/>
          </a:xfrm>
          <a:prstGeom prst="rect">
            <a:avLst/>
          </a:prstGeom>
        </p:spPr>
      </p:pic>
      <p:pic>
        <p:nvPicPr>
          <p:cNvPr id="11" name="Resim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6931" y="4419361"/>
            <a:ext cx="6084708" cy="731995"/>
          </a:xfrm>
          <a:prstGeom prst="rect">
            <a:avLst/>
          </a:prstGeom>
        </p:spPr>
      </p:pic>
      <p:sp>
        <p:nvSpPr>
          <p:cNvPr id="12" name="Metin kutusu 11"/>
          <p:cNvSpPr txBox="1"/>
          <p:nvPr/>
        </p:nvSpPr>
        <p:spPr>
          <a:xfrm>
            <a:off x="6609397" y="4537710"/>
            <a:ext cx="3003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solidFill>
                  <a:srgbClr val="FF0000"/>
                </a:solidFill>
              </a:rPr>
              <a:t>Master teoremi uygulanamaz</a:t>
            </a:r>
          </a:p>
        </p:txBody>
      </p:sp>
      <p:pic>
        <p:nvPicPr>
          <p:cNvPr id="13" name="Resim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25087" y="4395788"/>
            <a:ext cx="1380386" cy="511254"/>
          </a:xfrm>
          <a:prstGeom prst="rect">
            <a:avLst/>
          </a:prstGeom>
        </p:spPr>
      </p:pic>
      <p:pic>
        <p:nvPicPr>
          <p:cNvPr id="14" name="Resim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179" y="5961821"/>
            <a:ext cx="5638801" cy="693295"/>
          </a:xfrm>
          <a:prstGeom prst="rect">
            <a:avLst/>
          </a:prstGeom>
        </p:spPr>
      </p:pic>
      <p:sp>
        <p:nvSpPr>
          <p:cNvPr id="15" name="Metin kutusu 14"/>
          <p:cNvSpPr txBox="1"/>
          <p:nvPr/>
        </p:nvSpPr>
        <p:spPr>
          <a:xfrm>
            <a:off x="6609396" y="6123802"/>
            <a:ext cx="3003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solidFill>
                  <a:srgbClr val="FF0000"/>
                </a:solidFill>
              </a:rPr>
              <a:t>Master teoremi uygulanamaz</a:t>
            </a:r>
          </a:p>
        </p:txBody>
      </p:sp>
      <p:sp>
        <p:nvSpPr>
          <p:cNvPr id="16" name="Metin kutusu 15"/>
          <p:cNvSpPr txBox="1"/>
          <p:nvPr/>
        </p:nvSpPr>
        <p:spPr>
          <a:xfrm>
            <a:off x="10398034" y="6123802"/>
            <a:ext cx="1534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solidFill>
                  <a:srgbClr val="FF0000"/>
                </a:solidFill>
              </a:rPr>
              <a:t>a sabit değil</a:t>
            </a:r>
          </a:p>
        </p:txBody>
      </p:sp>
    </p:spTree>
    <p:extLst>
      <p:ext uri="{BB962C8B-B14F-4D97-AF65-F5344CB8AC3E}">
        <p14:creationId xmlns:p14="http://schemas.microsoft.com/office/powerpoint/2010/main" val="2441238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397" y="938212"/>
            <a:ext cx="5915025" cy="1895475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815" y="3417000"/>
            <a:ext cx="1640790" cy="389760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855" y="4160393"/>
            <a:ext cx="2530710" cy="459360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5270" y="4973386"/>
            <a:ext cx="4115880" cy="410640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4977" y="4812526"/>
            <a:ext cx="1571625" cy="571500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7070" y="6092610"/>
            <a:ext cx="4115880" cy="410640"/>
          </a:xfrm>
          <a:prstGeom prst="rect">
            <a:avLst/>
          </a:prstGeom>
        </p:spPr>
      </p:pic>
      <p:sp>
        <p:nvSpPr>
          <p:cNvPr id="8" name="Metin kutusu 7"/>
          <p:cNvSpPr txBox="1"/>
          <p:nvPr/>
        </p:nvSpPr>
        <p:spPr>
          <a:xfrm>
            <a:off x="4286250" y="148590"/>
            <a:ext cx="3886200" cy="36933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rgbClr val="FF0000"/>
                </a:solidFill>
              </a:rPr>
              <a:t>MERGE SORT</a:t>
            </a:r>
          </a:p>
        </p:txBody>
      </p:sp>
    </p:spTree>
    <p:extLst>
      <p:ext uri="{BB962C8B-B14F-4D97-AF65-F5344CB8AC3E}">
        <p14:creationId xmlns:p14="http://schemas.microsoft.com/office/powerpoint/2010/main" val="697715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481" y="1271587"/>
            <a:ext cx="4522432" cy="762953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9487" y="3114675"/>
            <a:ext cx="5153025" cy="628650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0750" y="3114675"/>
            <a:ext cx="1600200" cy="552450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2449" y="4503420"/>
            <a:ext cx="4240063" cy="834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350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5749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23</Words>
  <Application>Microsoft Office PowerPoint</Application>
  <PresentationFormat>Geniş ekran</PresentationFormat>
  <Paragraphs>8</Paragraphs>
  <Slides>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Teması</vt:lpstr>
      <vt:lpstr>MasterTeoremi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MasterTeoremi</dc:title>
  <dc:creator>Toshiba</dc:creator>
  <cp:lastModifiedBy>Sau</cp:lastModifiedBy>
  <cp:revision>9</cp:revision>
  <dcterms:created xsi:type="dcterms:W3CDTF">2020-07-23T19:05:38Z</dcterms:created>
  <dcterms:modified xsi:type="dcterms:W3CDTF">2026-02-25T12:45:29Z</dcterms:modified>
</cp:coreProperties>
</file>