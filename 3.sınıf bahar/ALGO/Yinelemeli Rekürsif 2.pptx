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3" r:id="rId4"/>
    <p:sldId id="264" r:id="rId5"/>
    <p:sldId id="266" r:id="rId6"/>
    <p:sldId id="276" r:id="rId7"/>
    <p:sldId id="267" r:id="rId8"/>
    <p:sldId id="268" r:id="rId9"/>
    <p:sldId id="269" r:id="rId10"/>
    <p:sldId id="275" r:id="rId11"/>
    <p:sldId id="271" r:id="rId12"/>
    <p:sldId id="272" r:id="rId13"/>
    <p:sldId id="274" r:id="rId14"/>
    <p:sldId id="273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876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284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92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032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554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81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79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401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402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699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784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4D46F-91D9-4951-9811-50978E2EFF2C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484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Yinelemeli (</a:t>
            </a:r>
            <a:r>
              <a:rPr lang="tr-TR" dirty="0" err="1"/>
              <a:t>Iterative</a:t>
            </a:r>
            <a:r>
              <a:rPr lang="tr-TR" dirty="0"/>
              <a:t>) Algoritmalar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Analiz</a:t>
            </a:r>
          </a:p>
        </p:txBody>
      </p:sp>
    </p:spTree>
    <p:extLst>
      <p:ext uri="{BB962C8B-B14F-4D97-AF65-F5344CB8AC3E}">
        <p14:creationId xmlns:p14="http://schemas.microsoft.com/office/powerpoint/2010/main" val="16887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Özyineli</a:t>
            </a:r>
            <a:r>
              <a:rPr lang="tr-TR" dirty="0"/>
              <a:t> Algoritmalar(</a:t>
            </a:r>
            <a:r>
              <a:rPr lang="tr-TR" dirty="0" err="1"/>
              <a:t>Recursive</a:t>
            </a:r>
            <a:r>
              <a:rPr lang="tr-TR" dirty="0"/>
              <a:t> </a:t>
            </a:r>
            <a:r>
              <a:rPr lang="tr-TR" dirty="0" err="1"/>
              <a:t>Algorithms</a:t>
            </a:r>
            <a:r>
              <a:rPr lang="tr-TR" dirty="0"/>
              <a:t>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tr-TR" dirty="0"/>
              <a:t>Analiz</a:t>
            </a:r>
          </a:p>
        </p:txBody>
      </p:sp>
    </p:spTree>
    <p:extLst>
      <p:ext uri="{BB962C8B-B14F-4D97-AF65-F5344CB8AC3E}">
        <p14:creationId xmlns:p14="http://schemas.microsoft.com/office/powerpoint/2010/main" val="1365765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465" y="217527"/>
            <a:ext cx="3086146" cy="996315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62" y="2140267"/>
            <a:ext cx="4765968" cy="614363"/>
          </a:xfrm>
          <a:prstGeom prst="rect">
            <a:avLst/>
          </a:prstGeom>
        </p:spPr>
      </p:pic>
      <p:sp>
        <p:nvSpPr>
          <p:cNvPr id="4" name="Metin kutusu 3"/>
          <p:cNvSpPr txBox="1"/>
          <p:nvPr/>
        </p:nvSpPr>
        <p:spPr>
          <a:xfrm>
            <a:off x="7123906" y="453506"/>
            <a:ext cx="505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Çalışma zamanı analizini yapınız?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061" y="2891790"/>
            <a:ext cx="4850288" cy="63555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061" y="3527345"/>
            <a:ext cx="6338903" cy="68794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2061" y="4215288"/>
            <a:ext cx="885825" cy="21907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927" y="4434363"/>
            <a:ext cx="8177950" cy="566501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927" y="5122306"/>
            <a:ext cx="7538711" cy="555784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227" y="5843111"/>
            <a:ext cx="2355533" cy="915363"/>
          </a:xfrm>
          <a:prstGeom prst="rect">
            <a:avLst/>
          </a:prstGeom>
        </p:spPr>
      </p:pic>
      <p:sp>
        <p:nvSpPr>
          <p:cNvPr id="11" name="Metin kutusu 10"/>
          <p:cNvSpPr txBox="1"/>
          <p:nvPr/>
        </p:nvSpPr>
        <p:spPr>
          <a:xfrm>
            <a:off x="16375" y="344089"/>
            <a:ext cx="1456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Örnek:</a:t>
            </a:r>
          </a:p>
        </p:txBody>
      </p:sp>
    </p:spTree>
    <p:extLst>
      <p:ext uri="{BB962C8B-B14F-4D97-AF65-F5344CB8AC3E}">
        <p14:creationId xmlns:p14="http://schemas.microsoft.com/office/powerpoint/2010/main" val="163865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844773" y="0"/>
            <a:ext cx="41790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0" i="0" u="none" strike="noStrike" baseline="0" dirty="0" err="1">
                <a:latin typeface="CMBX12"/>
              </a:rPr>
              <a:t>Induction</a:t>
            </a:r>
            <a:r>
              <a:rPr lang="tr-TR" b="0" i="0" u="none" strike="noStrike" baseline="0" dirty="0">
                <a:latin typeface="CMBX12"/>
              </a:rPr>
              <a:t>, </a:t>
            </a:r>
            <a:r>
              <a:rPr lang="tr-TR" b="0" i="0" u="none" strike="noStrike" baseline="0" dirty="0" err="1">
                <a:latin typeface="CMBX12"/>
              </a:rPr>
              <a:t>unfolding</a:t>
            </a:r>
            <a:r>
              <a:rPr lang="tr-TR" b="0" i="0" u="none" strike="noStrike" baseline="0" dirty="0">
                <a:latin typeface="CMBX12"/>
              </a:rPr>
              <a:t>, </a:t>
            </a:r>
            <a:r>
              <a:rPr lang="tr-TR" b="0" i="0" u="none" strike="noStrike" baseline="0" dirty="0" err="1">
                <a:latin typeface="CMBX12"/>
              </a:rPr>
              <a:t>recursion</a:t>
            </a:r>
            <a:r>
              <a:rPr lang="tr-TR" b="0" i="0" u="none" strike="noStrike" baseline="0" dirty="0">
                <a:latin typeface="CMBX12"/>
              </a:rPr>
              <a:t> </a:t>
            </a:r>
            <a:r>
              <a:rPr lang="tr-TR" b="0" i="0" u="none" strike="noStrike" baseline="0" dirty="0" err="1">
                <a:latin typeface="CMBX12"/>
              </a:rPr>
              <a:t>trees</a:t>
            </a:r>
            <a:endParaRPr lang="tr-TR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43" y="689641"/>
            <a:ext cx="3016612" cy="1001999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43" y="2054542"/>
            <a:ext cx="3371850" cy="48577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4020992" y="2112763"/>
            <a:ext cx="243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=2(2T(n-2)+1)+1</a:t>
            </a:r>
          </a:p>
        </p:txBody>
      </p:sp>
      <p:sp>
        <p:nvSpPr>
          <p:cNvPr id="6" name="Metin kutusu 5"/>
          <p:cNvSpPr txBox="1"/>
          <p:nvPr/>
        </p:nvSpPr>
        <p:spPr>
          <a:xfrm>
            <a:off x="6825856" y="2112763"/>
            <a:ext cx="259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=4T(n-2)+2+1</a:t>
            </a:r>
          </a:p>
        </p:txBody>
      </p:sp>
      <p:sp>
        <p:nvSpPr>
          <p:cNvPr id="7" name="Metin kutusu 6"/>
          <p:cNvSpPr txBox="1"/>
          <p:nvPr/>
        </p:nvSpPr>
        <p:spPr>
          <a:xfrm>
            <a:off x="6825856" y="2508525"/>
            <a:ext cx="247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=8T(n-3)+4+2+1</a:t>
            </a:r>
          </a:p>
        </p:txBody>
      </p:sp>
      <p:sp>
        <p:nvSpPr>
          <p:cNvPr id="8" name="Metin kutusu 7"/>
          <p:cNvSpPr txBox="1"/>
          <p:nvPr/>
        </p:nvSpPr>
        <p:spPr>
          <a:xfrm>
            <a:off x="6825856" y="2904287"/>
            <a:ext cx="300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=16T(n-4)+8+4+2+1</a:t>
            </a:r>
          </a:p>
        </p:txBody>
      </p:sp>
      <p:sp>
        <p:nvSpPr>
          <p:cNvPr id="9" name="Metin kutusu 8"/>
          <p:cNvSpPr txBox="1"/>
          <p:nvPr/>
        </p:nvSpPr>
        <p:spPr>
          <a:xfrm>
            <a:off x="6951586" y="3365952"/>
            <a:ext cx="300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=……..</a:t>
            </a:r>
          </a:p>
        </p:txBody>
      </p:sp>
      <p:pic>
        <p:nvPicPr>
          <p:cNvPr id="12" name="Resi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032" y="4546163"/>
            <a:ext cx="5362575" cy="523875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5337687"/>
            <a:ext cx="4732972" cy="647244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316" y="6172200"/>
            <a:ext cx="6086475" cy="68580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316" y="3869413"/>
            <a:ext cx="3933825" cy="542925"/>
          </a:xfrm>
          <a:prstGeom prst="rect">
            <a:avLst/>
          </a:prstGeom>
        </p:spPr>
      </p:pic>
      <p:sp>
        <p:nvSpPr>
          <p:cNvPr id="15" name="Dikdörtgen 14"/>
          <p:cNvSpPr/>
          <p:nvPr/>
        </p:nvSpPr>
        <p:spPr>
          <a:xfrm>
            <a:off x="1060383" y="4188648"/>
            <a:ext cx="41790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>
                <a:latin typeface="CMBX12"/>
              </a:rPr>
              <a:t>HANOI</a:t>
            </a:r>
            <a:r>
              <a:rPr lang="tr-TR" dirty="0">
                <a:latin typeface="CMBX12"/>
              </a:rPr>
              <a:t> KULELERİ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0729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185" y="164783"/>
            <a:ext cx="2026019" cy="795338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59" y="1183957"/>
            <a:ext cx="5924550" cy="320992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204" y="1006554"/>
            <a:ext cx="3666278" cy="532447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752" y="1999654"/>
            <a:ext cx="3228975" cy="68580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7939" y="1585436"/>
            <a:ext cx="733425" cy="2762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0" y="3146107"/>
            <a:ext cx="4857750" cy="124777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737" y="5066822"/>
            <a:ext cx="14573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Hızlı Sıralama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Worst</a:t>
            </a:r>
            <a:r>
              <a:rPr lang="tr-TR" dirty="0"/>
              <a:t> Case</a:t>
            </a:r>
          </a:p>
        </p:txBody>
      </p:sp>
    </p:spTree>
    <p:extLst>
      <p:ext uri="{BB962C8B-B14F-4D97-AF65-F5344CB8AC3E}">
        <p14:creationId xmlns:p14="http://schemas.microsoft.com/office/powerpoint/2010/main" val="341404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457200"/>
            <a:ext cx="6019800" cy="68580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947" y="252412"/>
            <a:ext cx="2447925" cy="63817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70" y="1263015"/>
            <a:ext cx="5924550" cy="7429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5" y="2125980"/>
            <a:ext cx="5981700" cy="71437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" y="2688907"/>
            <a:ext cx="7248525" cy="7715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" y="3460432"/>
            <a:ext cx="7296150" cy="97155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407" y="4431982"/>
            <a:ext cx="4848225" cy="600075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" y="5052059"/>
            <a:ext cx="8515350" cy="828675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642" y="5833109"/>
            <a:ext cx="738187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" y="0"/>
            <a:ext cx="9324975" cy="104775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" y="1196340"/>
            <a:ext cx="7972425" cy="99060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" y="4323397"/>
            <a:ext cx="6648450" cy="15716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90" y="2863215"/>
            <a:ext cx="96393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8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82" y="437197"/>
            <a:ext cx="9120188" cy="771525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1357312"/>
            <a:ext cx="3848100" cy="48577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502" y="1357312"/>
            <a:ext cx="7153275" cy="60007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51" y="2509836"/>
            <a:ext cx="5457825" cy="18383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525" y="2305049"/>
            <a:ext cx="6086475" cy="22479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" y="5649275"/>
            <a:ext cx="5410200" cy="72390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5642" y="5068250"/>
            <a:ext cx="44100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HızlıSıralama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Best Case</a:t>
            </a:r>
          </a:p>
        </p:txBody>
      </p:sp>
    </p:spTree>
    <p:extLst>
      <p:ext uri="{BB962C8B-B14F-4D97-AF65-F5344CB8AC3E}">
        <p14:creationId xmlns:p14="http://schemas.microsoft.com/office/powerpoint/2010/main" val="2253102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" y="802005"/>
            <a:ext cx="4057650" cy="4762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202" y="716280"/>
            <a:ext cx="3000375" cy="56197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0220" y="677006"/>
            <a:ext cx="2171700" cy="59055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" y="1667827"/>
            <a:ext cx="7829550" cy="9620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137" y="1511396"/>
            <a:ext cx="3871913" cy="865091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95" y="3019424"/>
            <a:ext cx="6753225" cy="116205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5620" y="2915602"/>
            <a:ext cx="4400550" cy="866775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8067" y="3865245"/>
            <a:ext cx="4619625" cy="11620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645" y="5027295"/>
            <a:ext cx="5924550" cy="1809750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5620" y="5468302"/>
            <a:ext cx="36004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210" y="0"/>
            <a:ext cx="2171700" cy="5905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17" y="866775"/>
            <a:ext cx="10715625" cy="226695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512" y="2881313"/>
            <a:ext cx="8258175" cy="151447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75" y="4300536"/>
            <a:ext cx="6810375" cy="127635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2" y="5476872"/>
            <a:ext cx="828675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7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527" y="243840"/>
            <a:ext cx="2409825" cy="60960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215" y="420052"/>
            <a:ext cx="1504950" cy="25717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453" y="853440"/>
            <a:ext cx="6763798" cy="398036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05" y="5349240"/>
            <a:ext cx="6358917" cy="116202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758" y="5349240"/>
            <a:ext cx="2874986" cy="92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3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70" y="227666"/>
            <a:ext cx="2970517" cy="73245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5" y="1108710"/>
            <a:ext cx="2038350" cy="45720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" y="1688782"/>
            <a:ext cx="2314575" cy="60007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51" y="2255997"/>
            <a:ext cx="2895600" cy="52387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667" y="2769870"/>
            <a:ext cx="428625" cy="1524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922" y="2982278"/>
            <a:ext cx="3724275" cy="60960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667" y="3657602"/>
            <a:ext cx="4505325" cy="581025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767" y="4598670"/>
            <a:ext cx="685800" cy="26670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1192" y="4161474"/>
            <a:ext cx="3352800" cy="219075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8292" y="4603432"/>
            <a:ext cx="866775" cy="257175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922" y="5269231"/>
            <a:ext cx="86677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8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62</Words>
  <Application>Microsoft Office PowerPoint</Application>
  <PresentationFormat>Geniş ekran</PresentationFormat>
  <Paragraphs>17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CMBX12</vt:lpstr>
      <vt:lpstr>Office Teması</vt:lpstr>
      <vt:lpstr>Yinelemeli (Iterative) Algoritmalar</vt:lpstr>
      <vt:lpstr>Özyineli Algoritmalar(Recursive Algorithms)</vt:lpstr>
      <vt:lpstr>PowerPoint Sunusu</vt:lpstr>
      <vt:lpstr>PowerPoint Sunusu</vt:lpstr>
      <vt:lpstr>PowerPoint Sunusu</vt:lpstr>
      <vt:lpstr>Hızlı Sıralama</vt:lpstr>
      <vt:lpstr>PowerPoint Sunusu</vt:lpstr>
      <vt:lpstr>PowerPoint Sunusu</vt:lpstr>
      <vt:lpstr>PowerPoint Sunusu</vt:lpstr>
      <vt:lpstr>HızlıSıralama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Yinelemeli (Iterative) Algoritmalar</dc:title>
  <dc:creator>Toshiba</dc:creator>
  <cp:lastModifiedBy>Sau</cp:lastModifiedBy>
  <cp:revision>32</cp:revision>
  <dcterms:created xsi:type="dcterms:W3CDTF">2020-07-19T13:52:55Z</dcterms:created>
  <dcterms:modified xsi:type="dcterms:W3CDTF">2026-02-25T12:45:00Z</dcterms:modified>
</cp:coreProperties>
</file>